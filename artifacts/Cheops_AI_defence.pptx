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Мы не делаем ещё один детектор мошенничества. Мы строим полигон, где схема известна заранее — поэтому детектор можно не похвалить, а измерить, в том числе там, где он ломается.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Дропы — последние сто метров схемы. Сама схема это слои, дробление и мост в крипту.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та точность, которая была бы в понедельник, а не подогнанная задним числом.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Разница между «выбрали сложность и назвали её» и «построили пять миров, показали тот, где выиграли».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Первый вопрос любого человека из банка. Мы его измерили, а не отмахнулись.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Тот же детектор, другая политика применения. Ничего переобучать не нужно.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Два уровня анализа: один сильнее, другой переживает противника, который платит.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Cheops AI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88920"/>
            <a:ext cx="8778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Среда, в которой обнаружение финансовых схем можно измерить —</a:t>
            </a:r>
            <a:endParaRPr lang="en-US" sz="20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измерения, сделанные в ней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605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Транзакционный антифрод для национальной платёжной системы  ·  РКНП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Дропы — это выход схемы, а не сама схема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202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6.87 %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72491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инцидентов с дропами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среди 80 871 обращения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АФЦ Нацбанка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480560" y="19202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272491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типологий схемы: слоирование,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мост в крипту, микширование,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дробление, обналичка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321040" y="19202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8321040" y="272491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открытых данных этой стадии: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её ещё нет ни у одного банка,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включая Нацбанк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16052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438912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Нацбанка требует перехода «от реакции к предотвращению» — транзакционного антифрода на уровне национальных платёжных систем. Этой стадии ещё не существует, поэтому данных с неё нет ни у кого. Значит их надо построить — и построить так, чтобы результат можно было проверить.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Полигон, где ответ известен заранее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94560"/>
            <a:ext cx="566928" cy="566928"/>
          </a:xfrm>
          <a:prstGeom prst="ellipse">
            <a:avLst/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276856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07568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Симулятор мира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20574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честных популяций и 4 трудных отрицательных: те, кто тоже опустошает счёт, сборы, продавцы, семьи. 330 тысяч событий, 23 тысячи счетов.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29184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611880"/>
            <a:ext cx="566928" cy="566928"/>
          </a:xfrm>
          <a:prstGeom prst="ellipse">
            <a:avLst/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3694176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349300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Поиск вслепую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34747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Кандидаты строятся только из потока событий. Файл с ответами при построении не читается — метки прикладываются после.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70916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5029200"/>
            <a:ext cx="566928" cy="566928"/>
          </a:xfrm>
          <a:prstGeom prst="ellipse">
            <a:avLst/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5111496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491032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Измерение, а не похвала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4754880" y="48920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 известна заранее, поэтому детектор можно измерить — и измерить там, где он ломается.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 сырых событий до дела на столе — одной командой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057400" cy="137160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28600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2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Мир</a:t>
            </a:r>
            <a:endParaRPr lang="en-US" sz="13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2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330 тыс. событий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697480" y="251460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017520" y="2148840"/>
            <a:ext cx="2057400" cy="137160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108960" y="228600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2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групп</a:t>
            </a:r>
            <a:endParaRPr lang="en-US" sz="13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2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ответов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074920" y="251460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394960" y="2148840"/>
            <a:ext cx="2057400" cy="137160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0" y="228600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2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Признаки</a:t>
            </a:r>
            <a:endParaRPr lang="en-US" sz="13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2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потока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452360" y="251460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772400" y="2148840"/>
            <a:ext cx="2057400" cy="137160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863840" y="228600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2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Детектор</a:t>
            </a:r>
            <a:endParaRPr lang="en-US" sz="13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2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purged walk-forward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829800" y="251460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0149840" y="2148840"/>
            <a:ext cx="2057400" cy="1371600"/>
          </a:xfrm>
          <a:prstGeom prst="roundRect">
            <a:avLst>
              <a:gd name="adj" fmla="val 6667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241280" y="228600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Очередь</a:t>
            </a:r>
            <a:endParaRPr lang="en-US" sz="13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аналитика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93192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scripts/run_demo.py --preset full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4348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Собирает очередь, поднимает API, поднимает интерфейс, ждёт их проверок здоровья и печатает адрес. 17 секунд на весь конвейер.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23620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 теста, шесть гейтов качества, всё запускается одной командой.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система кладёт человеку на стол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659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77063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дело в очереди за отрезок,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который модель не видела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19659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100 %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277063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них — настоящие дропы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0" y="19659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48 %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7772400" y="2770632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всех дропов отрезка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пойманы этой очередью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977640"/>
            <a:ext cx="10881360" cy="17373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41605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Очередь режется порогом, а не бюджетом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5720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Порог выбирается по прошлым отрезкам времени и применяется к следующему, которого детектор не видел. Поэтому длина очереди — результат, а не настройка: тихая неделя даёт короткий список.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Четыре правила, из-за которых числам можно верить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" y="21488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Обучение только на прошлом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260604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Purged walk-forward с зазором: ни одна строка не оценивалась моделью, которая её видела.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920240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56248" y="21488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Группы ищутся вслепую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556248" y="260604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Детектору не передаётся готовая банда. Доля найденного — измеряемый потолок, а не единица по построению.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886200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32688" y="41148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Признак против шумового пола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" y="45720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побил перемешанный контроль — не подключается. Отрицательный результат тоже результат.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63640" y="3886200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56248" y="41148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 каждого уровня свой потолок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556248" y="45720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объектов уровень способен увидеть до всякой модели. Оценка без него верится по неверной причине.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Сложность объявлена ДО прогонов — и показаны все ступени</a:t>
            </a:r>
            <a:endParaRPr lang="en-US" sz="3400" dirty="0"/>
          </a:p>
        </p:txBody>
      </p:sp>
      <p:pic>
        <p:nvPicPr>
          <p:cNvPr id="4" name="Image 0" descr="/home/user/APRIS-mvp/artifacts/figures/defence/ladd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417320" y="1600200"/>
            <a:ext cx="9326880" cy="4160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59436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Пять миров, один детектор. На пятой ступени групповой уровень не ошибается — у него вообще нет оценки.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Главный вопрос банка: а если мошенников мало?</a:t>
            </a:r>
            <a:endParaRPr lang="en-US" sz="3400" dirty="0"/>
          </a:p>
        </p:txBody>
      </p:sp>
      <p:pic>
        <p:nvPicPr>
          <p:cNvPr id="4" name="Image 0" descr="/home/user/APRIS-mvp/artifacts/figures/defence/rarit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417320" y="1600200"/>
            <a:ext cx="9326880" cy="4160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59436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7 % до 0.1 % мошенников: ROC-AUC падает с 0.957 до 0.894, а работа аналитика растёт в 80 раз.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Ответ: менять надо не детектор, а способ им пользоваться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доле мошенников 0.1 % — как в жизни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257800" cy="2286000"/>
          </a:xfrm>
          <a:prstGeom prst="roundRect">
            <a:avLst>
              <a:gd name="adj" fmla="val 3200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48716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Проверять верхние 10 % списка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288036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361188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сигналов на 1000 счетов,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1 из 100 настоящий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2286000"/>
            <a:ext cx="5257800" cy="2286000"/>
          </a:xfrm>
          <a:prstGeom prst="roundRect">
            <a:avLst>
              <a:gd name="adj" fmla="val 3200"/>
            </a:avLst>
          </a:prstGeom>
          <a:solidFill>
            <a:srgbClr val="FDF3E7"/>
          </a:solidFill>
          <a:ln w="12700">
            <a:solidFill>
              <a:srgbClr val="FDF3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56248" y="248716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Порог под половину всех дропов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556248" y="288036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6556248" y="361188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сигнала на 1000 счетов,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86 из 100 настоящие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8463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Верх списка крутой: половина мошенников лежит выше порога, до которого почти не дотягивается никто честный. Первая половина очереди почти бесплатна — и это то, что банк может применить завтра.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Сколько стоит спрятаться — и что именно ломается</a:t>
            </a:r>
            <a:endParaRPr lang="en-US" sz="3400" dirty="0"/>
          </a:p>
        </p:txBody>
      </p:sp>
      <p:pic>
        <p:nvPicPr>
          <p:cNvPr id="4" name="Image 0" descr="/home/user/APRIS-mvp/artifacts/figures/defence/evas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417320" y="1600200"/>
            <a:ext cx="9326880" cy="4160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59436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Групповой поиск ломается на третьем источнике денег. Поиск по одному человеку не замечает уклонения вообще.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Область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Схема целиком: крипто-канал в мире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202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из 5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72491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типологий из приказа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работают в мире: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слоирование, мост, микширование,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обналичка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480560" y="19202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542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272491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крипто-события и 15 колец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легальным входом и мостом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криптовалюту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321040" y="19202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8321040" y="272491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срабатываний на честных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крипто-трейдерах — контроль,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которого вышла бы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тавтология «крипта = фрод»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48056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47091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Честные крипто-трейдеры в мире стоят рядом с кольцами намеренно: без них любой детектор выучил бы «крипта = мошенничество», и это был бы не результат, а тавтология.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Опубликованные правила против потока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2860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Критерии приказа (три из четырёх выразимы)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869680" y="2157984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0.761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40080" y="324612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DF3E7"/>
          </a:solidFill>
          <a:ln w="12700">
            <a:solidFill>
              <a:srgbClr val="FDF3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35204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Наша модель на тех же данных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869680" y="3392424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0.959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7091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Главное здесь не разрыв, а его причина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1663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критерия из четырёх описывают личность и оборудование, а не денежный поток. Кольцо чистых счетов, ни одного в списках, — проходит правила насквозь. Это разные слои защиты, а не соревнование.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23620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Десять сидов: разрыв 0.20 при разбросе 0.01 — в двадцать раз больше шума.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Пять дефектов, которые мы нашли у себя сами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7830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Генератор писал ответ в признаки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035040" y="178308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1.0000 → 0.81 после разделения. Первая честная цифра.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724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67919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Сборщик дел брал группы из файла ответов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2679192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Теперь группы ищутся вслепую, метки прикладываются после.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621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3575304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Базовая линия жульничала в свою пользу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3575304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Критерий «общее устройство» срабатывал на 100 % банд, потому что поиск сам связывал по банкомату.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517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4471416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79 % «честных» были счетами с 1-2 событиями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4471416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отличала активных от неактивных. Введён порог в 10 событий, цена порога измерена.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413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536752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Первая лестница мерила дисбаланс классов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035040" y="5367528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Мир на 96 % из мошенников. Теперь ступень меняет, какие негативы рядом, а не сколько их.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623620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дефект найден нами и записан с числом. Это тоже результат: мы себя проверяли, а не только хвалили.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мы приносим на защиту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938528"/>
            <a:ext cx="457200" cy="45720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417320" y="18288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Работающая система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760720" y="1847088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сырых событий до очереди дел — одной командой, 17 секунд, 252 теста.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172968"/>
            <a:ext cx="457200" cy="45720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417320" y="30632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Семь измеренных результатов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760720" y="3081528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каждого написано, как проверено и чего он не доказывает.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4407408"/>
            <a:ext cx="457200" cy="45720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417320" y="42976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То, чего нет ни у кого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760720" y="4315968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Полигон, где схема известна заранее, и цена уклонения, посчитанная по шагам.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Дальше: крипто-ступень в лестницу миров · метрики BAS и SIS · текст работы к третьему туру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Cheops AI — измеримое обнаружение финансовых схем</dc:title>
  <dc:subject>PptxGenJS Presentation</dc:subject>
  <dc:creator>Cheops AI</dc:creator>
  <cp:lastModifiedBy>Cheops AI</cp:lastModifiedBy>
  <cp:revision>1</cp:revision>
  <dcterms:created xsi:type="dcterms:W3CDTF">2026-09-06T12:29:10Z</dcterms:created>
  <dcterms:modified xsi:type="dcterms:W3CDTF">2026-09-06T12:29:10Z</dcterms:modified>
</cp:coreProperties>
</file>